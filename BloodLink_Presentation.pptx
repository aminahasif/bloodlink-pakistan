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student IDs here if your department requires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slide had statistics (1.5M units, 50% met, 2-4 h, 10-15%). Add them back only with a cited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4F5E"/>
                </a:solidFill>
              </a:rPr>
              <a:t>BLOODLINK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4F5E"/>
                </a:solidFill>
              </a:rPr>
              <a:t>AI-Powered Blood Donation Matching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6B88"/>
                </a:solidFill>
              </a:rPr>
              <a:t>A hybrid approach: rule-based matching + ML forecasting (prototype on synthetic data)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44444"/>
                </a:solidFill>
              </a:rPr>
              <a:t>Team: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44444"/>
                </a:solidFill>
              </a:rPr>
              <a:t>Amina Asif, Kasa-e-Fatima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44444"/>
                </a:solidFill>
              </a:rPr>
              <a:t>Supervisor: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44444"/>
                </a:solidFill>
              </a:rPr>
              <a:t>Prof. Dr. Ghulam Gilanie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44444"/>
                </a:solidFill>
              </a:rPr>
              <a:t>Course: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44444"/>
                </a:solidFill>
              </a:rPr>
              <a:t>Deep Learning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44444"/>
                </a:solidFill>
              </a:rPr>
              <a:t>Date: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44444"/>
                </a:solidFill>
              </a:rPr>
              <a:t>29-12-2025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Emergency blood procurement in Pakistan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Manual phone calling is slow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No prioritisation of donors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Shortage alerts are reactive, not predictive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Poor donor engagement and retention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4F5E"/>
                </a:solidFill>
              </a:rPr>
              <a:t>Impact: </a:t>
            </a:r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delays in emergencies can cost lives.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BloodLink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Hybrid system: rule-based matching + ML forecasting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Smart donor ranking (distance, history, recency)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7-day shortage forecast per blood type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AI chatbot for donor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Gamification for retention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Hospital inventory tracking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Design goals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Rank compatible donors within seconds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Warn about shortages up to 7 days ahead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Raise donor response by contacting the best matches first (to be validated in a real pilot)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7F0F2"/>
          </a:solidFill>
          <a:ln w="12700">
            <a:solidFill>
              <a:srgbClr val="9B4F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0972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4F5E"/>
                </a:solidFill>
              </a:rPr>
              <a:t>User interface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Gradio web app, 8 tabs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7F0F2"/>
          </a:solidFill>
          <a:ln w="12700">
            <a:solidFill>
              <a:srgbClr val="9B4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4F5E"/>
                </a:solidFill>
              </a:rPr>
              <a:t>Intelligence layer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Rule-based matching (scoring, geospatial)  |  XGBoost forecasting (8 models)  |  Groq chatbot (Llama 3.3)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F7F0F2"/>
          </a:solidFill>
          <a:ln w="12700">
            <a:solidFill>
              <a:srgbClr val="9B4F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918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4F5E"/>
                </a:solidFill>
              </a:rPr>
              <a:t>Data layer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10,000 synthetic donors  |  1,500 days of synthetic demand  |  hospital inventory (demo values)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Tech stack: Python, XGBoost, Gradio, GeoPy, Groq API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Donor Matching Algorithm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Transparent scoring, 0-100 points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Distance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Emergency speed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Donation history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Proven reliability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Recency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Active donors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Contact method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App &gt; SMS &gt; Phone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Health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Safety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Urban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0-2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Accessibility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Distance points: &lt;2 km = 40 | 2-5 km = 35 | 5-10 km = 25 | 10-15 km = 15. Search radius: 25 km. Emergency mode: 0.7 x total + 0.5 x distance points.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4F5E"/>
                </a:solidFill>
              </a:rPr>
              <a:t>Why rules? Explainable, no model inference needed, easy to audit.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XGBoost Shortage Forecast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8 separate models, one per blood type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Features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Calendar: day_of_week, month, is_weekend, day_of_year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History: lag_1, lag_2, lag_3, rolling_mean_7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Settings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150 trees, max depth 5, learning rate 0.1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Chronological 80/20 train/test split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Data and what it shows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1,500 days x 8 blood types of synthetic demand built from weekend, seasonal and Ramadan effects plus noise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The models learn these built-in patterns (R² 0.964); real demand data would be needed to test real forecasting skill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8 Functional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1. Donor Registration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9-question eligibility check, donor 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2. SOS Emergency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Top 10 compatible donors within 25 km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3. Shortage Forecast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7-day prediction and shortage alerts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4. AI Chatbot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Groq (Llama 3.3), halal and Ramadan guidance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926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5. Response Predictor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Score breakdown and priority level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9260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6. Gamification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Points, badges, leaderboard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7. Hospital Inventory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5 hospitals, 8 blood types, editable stock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7F0F2"/>
          </a:solidFill>
          <a:ln w="9525">
            <a:solidFill>
              <a:srgbClr val="E3C9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F5E"/>
                </a:solidFill>
              </a:rPr>
              <a:t>8. About and Disclaimers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System info, limits, contacts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Results and How to Read Them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All results come from synthetic data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How to read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Simulated donor response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76.2% (500 simulated emergencies, top 10 donors each)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Measured against a response probability generated from the same factors the score uses; not a real-world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Shortage forecast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R² 0.964 (average of 8 models)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Demand series was built from a formula; shows the models learn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Not measured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Response time, cost, lives saved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Requires a real pilot with hospitals and donors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4F5E"/>
                </a:solidFill>
              </a:rPr>
              <a:t>The 10-15% manual-calling figure is not a like-for-like comparison. A real pilot (Phase 2) is needed to show improvement.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Limitations and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All data synthetic (donors, demand, patients, stock)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Donors in 7 cities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Straight-line distances, hand-set scoring weights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No privacy or consent 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Inventory and points reset on restart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4F5E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Phase 1 (3 months): backend (PostgreSQL, REST APIs)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Phase 2 (6 months): real pilot with 2-3 hospitals, SMS gateway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Phase 3 (12 months): mobile app, Urdu interface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Phase 4 (18+ months): wider expansion with partners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4F5E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6B88"/>
                </a:solidFill>
              </a:rPr>
              <a:t>Key achievements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Working 8-module prototype (Gradio web app)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Transparent rule-based donor ranking with score breakdown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7-day demand forecasting with XGBoost (R² 0.964 on synthetic data)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Next step: validate with real donors and hospitals in a pilot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BloodLink - corrected presentation</dc:title>
  <dc:subject>PptxGenJS Presentation</dc:subject>
  <dc:creator>Amina Asif, Kasa-e-Fatima</dc:creator>
  <cp:lastModifiedBy>Amina Asif, Kasa-e-Fatima</cp:lastModifiedBy>
  <cp:revision>1</cp:revision>
  <dcterms:created xsi:type="dcterms:W3CDTF">2026-10-06T06:37:07Z</dcterms:created>
  <dcterms:modified xsi:type="dcterms:W3CDTF">2026-10-06T06:37:07Z</dcterms:modified>
</cp:coreProperties>
</file>